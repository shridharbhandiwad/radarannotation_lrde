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Radar Data Annotation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Models - Hyperparameter Tuning Proposal</a:t>
            </a:r>
          </a:p>
          <a:p/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Automated trajectory classification system for radar data</a:t>
            </a:r>
          </a:p>
          <a:p>
            <a:pPr>
              <a:defRPr sz="1800"/>
            </a:pPr>
            <a:r>
              <a:t>Three ML models: XGBoost, Random Forest, Transformer</a:t>
            </a:r>
          </a:p>
          <a:p>
            <a:pPr>
              <a:defRPr sz="1800"/>
            </a:pPr>
            <a:r>
              <a:t>Multi-output architecture for simultaneous tag prediction</a:t>
            </a:r>
          </a:p>
          <a:p>
            <a:pPr>
              <a:defRPr sz="1800"/>
            </a:pPr>
            <a:r>
              <a:t>Comprehensive hyperparameter tuning strategy</a:t>
            </a:r>
          </a:p>
          <a:p>
            <a:pPr>
              <a:defRPr sz="1800"/>
            </a:pPr>
            <a:r>
              <a:t>Target accuracy: 90%+ on diverse trajectory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Input: Radar measurements (11 features)</a:t>
            </a:r>
          </a:p>
          <a:p>
            <a:pPr>
              <a:defRPr sz="1800"/>
            </a:pPr>
            <a:r>
              <a:t>Output: Multi-dimensional tags (21+ categories)</a:t>
            </a:r>
          </a:p>
          <a:p>
            <a:pPr>
              <a:defRPr sz="1800"/>
            </a:pPr>
            <a:r>
              <a:t>Tags: Direction, altitude, path shape, maneuver, speed</a:t>
            </a:r>
          </a:p>
          <a:p>
            <a:pPr>
              <a:defRPr sz="1800"/>
            </a:pPr>
            <a:r>
              <a:t>Training data: High-volume simulation (200+ tracks)</a:t>
            </a:r>
          </a:p>
          <a:p>
            <a:pPr>
              <a:defRPr sz="1800"/>
            </a:pPr>
            <a:r>
              <a:t>Validation: Cross-validation with stratified splits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Model Architecture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Best Use Case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⚡⚡⚡ 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85-90%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Quick inference, tabular data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Ensemble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⚡⚡ 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83-88%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Robust, interpretable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Self-Attention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⚡ Slower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90-95%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Multi-output, complex patterns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XGBoost - Hyperparameter Configuration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08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Current Value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Tuning Range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n_estimators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50-300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 complexity, overfitting risk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max_depth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Tree depth, prevents overfitting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learning_rate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0.01-0.3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Training speed vs accuracy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subsample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Row sampling, reduces overfitting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colsample_bytree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Feature sampling per tree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min_child_weight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Minimum samples per leaf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 loss reduction for split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random_state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Reproducibility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Random Forest - Hyperparameter Configuration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08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Current Value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Tuning Range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n_estimators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50-300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Number of trees, stability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max_depth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Tree depth control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min_samples_split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 samples to split node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min_samples_leaf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 samples per leaf node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max_features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sqrt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sqrt/log2/None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Features per split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bootstrap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True/False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Sampling with replacement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n_jobs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Parallel processing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random_state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Reproducibility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Transformer - Architecture Hyperparameters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Current Value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Tuning Range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d_model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32-256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 dimension, capacity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num_heads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Attention heads, parallelism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num_layers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Transformer blocks depth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ff_dim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64-512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Feed-forward network size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dropout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0.1-0.5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Regularization strength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sequence_length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Input sequence length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Transformer - Training Hyperparameters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Current Value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Tuning Range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Training duration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batch_size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Memory vs convergence speed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learning_rate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0.0001-0.01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Optimizer step size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Adam/AdamW/SGD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Optimization algorithm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weight_decay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L2 regularization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warmup_steps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Learning rate warmup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early_stopping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patience=10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Prevent overfitting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Tuning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Phase 1: Grid Search - Coarse-grained exploration</a:t>
            </a:r>
          </a:p>
          <a:p>
            <a:pPr>
              <a:defRPr sz="1800"/>
            </a:pPr>
            <a:r>
              <a:t>Phase 2: Random Search - Efficient sampling of parameter space</a:t>
            </a:r>
          </a:p>
          <a:p>
            <a:pPr>
              <a:defRPr sz="1800"/>
            </a:pPr>
            <a:r>
              <a:t>Phase 3: Bayesian Optimization - Smart convergence to optimal</a:t>
            </a:r>
          </a:p>
          <a:p>
            <a:pPr>
              <a:defRPr sz="1800"/>
            </a:pPr>
            <a:r>
              <a:t>Phase 4: Final Validation - Cross-validation on holdout set</a:t>
            </a:r>
          </a:p>
          <a:p>
            <a:pPr>
              <a:defRPr sz="1800"/>
            </a:pPr>
            <a:r>
              <a:t>Metrics: Accuracy, F1-score, Per-class precision/recall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Priority Tuning Parameters (High Impact)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Priority 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Priority 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Priority 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learning_rate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max_depth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n_estimators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max_depth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n_estimators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min_samples_split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d_model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num_heads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learning_rate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Optimization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 Augmentation: Time warping, jittering for sequences</a:t>
            </a:r>
          </a:p>
          <a:p>
            <a:pPr>
              <a:defRPr sz="1800"/>
            </a:pPr>
            <a:r>
              <a:t>Class Balancing: SMOTE, class weights for imbalanced data</a:t>
            </a:r>
          </a:p>
          <a:p>
            <a:pPr>
              <a:defRPr sz="1800"/>
            </a:pPr>
            <a:r>
              <a:t>Feature Engineering: Computed motion features (11 baseline)</a:t>
            </a:r>
          </a:p>
          <a:p>
            <a:pPr>
              <a:defRPr sz="1800"/>
            </a:pPr>
            <a:r>
              <a:t>Ensemble Methods: Voting/stacking across models</a:t>
            </a:r>
          </a:p>
          <a:p>
            <a:pPr>
              <a:defRPr sz="1800"/>
            </a:pPr>
            <a:r>
              <a:t>Early Stopping: Monitor validation loss, save best weights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Training Configuration &amp; Resources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Train/Test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80/20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Stratified by label distribution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5-fold 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For hyperparameter selection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CPU/GPU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Transformer benefits from GPU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Training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5-30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Varies by model complexity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2-8 GB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Depends on batch size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Reproducibility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Fixed seeds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random_state=42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Overall Accuracy: Percentage of correct predictions</a:t>
            </a:r>
          </a:p>
          <a:p>
            <a:pPr>
              <a:defRPr sz="1800"/>
            </a:pPr>
            <a:r>
              <a:t>Per-Tag F1-Score: Harmonic mean of precision &amp; recall</a:t>
            </a:r>
          </a:p>
          <a:p>
            <a:pPr>
              <a:defRPr sz="1800"/>
            </a:pPr>
            <a:r>
              <a:t>Confusion Matrix: Class-wise error analysis</a:t>
            </a:r>
          </a:p>
          <a:p>
            <a:pPr>
              <a:defRPr sz="1800"/>
            </a:pPr>
            <a:r>
              <a:t>Training Time: Model efficiency comparison</a:t>
            </a:r>
          </a:p>
          <a:p>
            <a:pPr>
              <a:defRPr sz="1800"/>
            </a:pPr>
            <a:r>
              <a:t>Inference Speed: Real-time capability assessment</a:t>
            </a:r>
          </a:p>
          <a:p>
            <a:pPr>
              <a:defRPr sz="1800"/>
            </a:pPr>
            <a:r>
              <a:t>Model Size: Deployment footprint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Implementation Timeline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Activities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Current config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Baseline metrics report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 Grid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Coarse parameter sweep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Initial optimization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 Fine 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Bayesian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Optimized models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Cross-validation,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Performance report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Integration,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Production models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Accuracy Improvement: +3-5% over baseline models</a:t>
            </a:r>
          </a:p>
          <a:p>
            <a:pPr>
              <a:defRPr sz="1800"/>
            </a:pPr>
            <a:r>
              <a:t>Reduced Overfitting: Better generalization to new data</a:t>
            </a:r>
          </a:p>
          <a:p>
            <a:pPr>
              <a:defRPr sz="1800"/>
            </a:pPr>
            <a:r>
              <a:t>Faster Convergence: Optimized training hyperparameters</a:t>
            </a:r>
          </a:p>
          <a:p>
            <a:pPr>
              <a:defRPr sz="1800"/>
            </a:pPr>
            <a:r>
              <a:t>Model Selection: Data-driven choice for deployment</a:t>
            </a:r>
          </a:p>
          <a:p>
            <a:pPr>
              <a:defRPr sz="1800"/>
            </a:pPr>
            <a:r>
              <a:t>Comprehensive Documentation: Tuning process &amp; results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Mitigation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Overfitting: Cross-validation, dropout, early stopping</a:t>
            </a:r>
          </a:p>
          <a:p>
            <a:pPr>
              <a:defRPr sz="1800"/>
            </a:pPr>
            <a:r>
              <a:t>Class Imbalance: Weighted loss, SMOTE, stratified sampling</a:t>
            </a:r>
          </a:p>
          <a:p>
            <a:pPr>
              <a:defRPr sz="1800"/>
            </a:pPr>
            <a:r>
              <a:t>Computational Cost: Efficient search, GPU acceleration</a:t>
            </a:r>
          </a:p>
          <a:p>
            <a:pPr>
              <a:defRPr sz="1800"/>
            </a:pPr>
            <a:r>
              <a:t>Data Quality: Validation checks, outlier detection</a:t>
            </a:r>
          </a:p>
          <a:p>
            <a:pPr>
              <a:defRPr sz="1800"/>
            </a:pPr>
            <a:r>
              <a:t>Reproducibility: Fixed seeds, version control, logging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Resource Requirements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Multi-core CPU or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 training &amp; tuning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16+ GB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Large dataset processing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10+ GB disk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Data, models, experiments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Python 3.10+, TF 2.x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ML framework stack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Personnel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1-2 ML Engineers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Implementation &amp; tuning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6-7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 tuning cycle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Accuracy: ≥90% on validation set for best model</a:t>
            </a:r>
          </a:p>
          <a:p>
            <a:pPr>
              <a:defRPr sz="1800"/>
            </a:pPr>
            <a:r>
              <a:t>F1-Score: ≥0.85 across all tag categories</a:t>
            </a:r>
          </a:p>
          <a:p>
            <a:pPr>
              <a:defRPr sz="1800"/>
            </a:pPr>
            <a:r>
              <a:t>Training Time: &lt;30 minutes for production model</a:t>
            </a:r>
          </a:p>
          <a:p>
            <a:pPr>
              <a:defRPr sz="1800"/>
            </a:pPr>
            <a:r>
              <a:t>Inference Speed: &lt;100ms per track prediction</a:t>
            </a:r>
          </a:p>
          <a:p>
            <a:pPr>
              <a:defRPr sz="1800"/>
            </a:pPr>
            <a:r>
              <a:t>Model Size: &lt;500 MB for deployment</a:t>
            </a:r>
          </a:p>
          <a:p>
            <a:pPr>
              <a:defRPr sz="1800"/>
            </a:pPr>
            <a:r>
              <a:t>Documentation: Complete tuning report with reproducible configs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Approve hyperparameter tuning strategy</a:t>
            </a:r>
          </a:p>
          <a:p>
            <a:pPr>
              <a:defRPr sz="1800"/>
            </a:pPr>
            <a:r>
              <a:t>2. Allocate computing resources (GPU recommended)</a:t>
            </a:r>
          </a:p>
          <a:p>
            <a:pPr>
              <a:defRPr sz="1800"/>
            </a:pPr>
            <a:r>
              <a:t>3. Initiate Phase 1: Baseline validation</a:t>
            </a:r>
          </a:p>
          <a:p>
            <a:pPr>
              <a:defRPr sz="1800"/>
            </a:pPr>
            <a:r>
              <a:t>4. Set up experiment tracking (MLflow/Weights &amp; Biases)</a:t>
            </a:r>
          </a:p>
          <a:p>
            <a:pPr>
              <a:defRPr sz="1800"/>
            </a:pPr>
            <a:r>
              <a:t>5. Schedule weekly progress reviews</a:t>
            </a:r>
          </a:p>
          <a:p>
            <a:pPr>
              <a:defRPr sz="1800"/>
            </a:pPr>
            <a:r>
              <a:t>6. Plan final model deployment strategy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Source Code: /workspace/src/ai_engine.py</a:t>
            </a:r>
          </a:p>
          <a:p>
            <a:pPr>
              <a:defRPr sz="1800"/>
            </a:pPr>
            <a:r>
              <a:t>Configuration: /workspace/config/default_config.json</a:t>
            </a:r>
          </a:p>
          <a:p>
            <a:pPr>
              <a:defRPr sz="1800"/>
            </a:pPr>
            <a:r>
              <a:t>Training Script: train_multi_output_models.py</a:t>
            </a:r>
          </a:p>
          <a:p>
            <a:pPr>
              <a:defRPr sz="1800"/>
            </a:pPr>
            <a:r>
              <a:t>Documentation: README.md, QUICK_START_MODELS.md</a:t>
            </a:r>
          </a:p>
          <a:p>
            <a:pPr>
              <a:defRPr sz="1800"/>
            </a:pPr>
            <a:r>
              <a:t>Model Architecture: Multi-output classification pipeline</a:t>
            </a:r>
          </a:p>
          <a:p>
            <a:pPr>
              <a:defRPr sz="1800"/>
            </a:pPr>
            <a:r>
              <a:t>Framework: XGBoost 2.x, TensorFlow 2.x, scikit-learn 1.x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